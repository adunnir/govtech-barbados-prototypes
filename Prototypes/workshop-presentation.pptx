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C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67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Co-Design Workshop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Click to add your team name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Problem area or service you worked 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Team members: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32004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Name  ·  Name  ·  Name  ·  Name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GovTech Barbados  ·  May 2026</a:t>
            </a:r>
            <a:endParaRPr lang="en-US" sz="1400" dirty="0"/>
          </a:p>
        </p:txBody>
      </p:sp>
      <p:pic>
        <p:nvPicPr>
          <p:cNvPr id="8" name="Image 0" descr="/Users/adunnirufai/presentations/assets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26280"/>
            <a:ext cx="1463040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26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0292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64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Problem</a:t>
            </a:r>
            <a:endParaRPr lang="en-US" sz="1300" dirty="0"/>
          </a:p>
        </p:txBody>
      </p:sp>
      <p:pic>
        <p:nvPicPr>
          <p:cNvPr id="4" name="Image 0" descr="/Users/adunnirufai/presentations/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"/>
            <a:ext cx="1005840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3960" y="109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68580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685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PHASE 1 OF 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05156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7F3F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Problem</a:t>
            </a:r>
            <a:endParaRPr lang="en-US" sz="4200" dirty="0"/>
          </a:p>
        </p:txBody>
      </p:sp>
      <p:sp>
        <p:nvSpPr>
          <p:cNvPr id="9" name="Shape 6"/>
          <p:cNvSpPr/>
          <p:nvPr/>
        </p:nvSpPr>
        <p:spPr>
          <a:xfrm>
            <a:off x="320040" y="196596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484632" y="2075688"/>
            <a:ext cx="8174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C72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" y="2368296"/>
            <a:ext cx="817473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" y="2423160"/>
            <a:ext cx="8174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Describe the problem in one or two sentences. Who experiences it? What happens today?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0040" y="297180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484632" y="3081528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C72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WHO DOES IT AFFECT?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" y="3374136"/>
            <a:ext cx="383133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" y="342900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Who are the people affected? Citizens, staff, or both? Roughly how many people?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526280" y="297180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4690872" y="3081528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C72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WHY DOES IT MATTER?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90872" y="3374136"/>
            <a:ext cx="396849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90872" y="3429000"/>
            <a:ext cx="3968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is the real impact? Wasted time, confusion, cost, poor outcomes?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0292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64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Problem Framing</a:t>
            </a:r>
            <a:endParaRPr lang="en-US" sz="1300" dirty="0"/>
          </a:p>
        </p:txBody>
      </p:sp>
      <p:pic>
        <p:nvPicPr>
          <p:cNvPr id="4" name="Image 0" descr="/Users/adunnirufai/presentations/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"/>
            <a:ext cx="1005840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3960" y="109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68580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A962C7"/>
          </a:solidFill>
          <a:ln w="12700">
            <a:solidFill>
              <a:srgbClr val="A962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685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PHASE 2 OF 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05156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7F3F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Problem Framing</a:t>
            </a:r>
            <a:endParaRPr lang="en-US" sz="4200" dirty="0"/>
          </a:p>
        </p:txBody>
      </p:sp>
      <p:sp>
        <p:nvSpPr>
          <p:cNvPr id="9" name="Shape 6"/>
          <p:cNvSpPr/>
          <p:nvPr/>
        </p:nvSpPr>
        <p:spPr>
          <a:xfrm>
            <a:off x="320040" y="196596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484632" y="2075688"/>
            <a:ext cx="8174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94D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HOW WE FRAMED THE PROBLEM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" y="2368296"/>
            <a:ext cx="817473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" y="2423160"/>
            <a:ext cx="8174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'How Might We…' question did you use? How did you narrow the scope?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0040" y="297180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484632" y="3081528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94D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ASSUMPTIONS WE CHALLENGED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" y="3374136"/>
            <a:ext cx="383133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" y="342900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did you assume at the start? What turned out to be wrong or more complex?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526280" y="297180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4690872" y="3081528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94D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WAS IN / OUT OF SCOPE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90872" y="3374136"/>
            <a:ext cx="396849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90872" y="3429000"/>
            <a:ext cx="3968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did you decide to focus on — and what did you leave out, and why?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BF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0292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64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Journey / Service Mapping</a:t>
            </a:r>
            <a:endParaRPr lang="en-US" sz="1300" dirty="0"/>
          </a:p>
        </p:txBody>
      </p:sp>
      <p:pic>
        <p:nvPicPr>
          <p:cNvPr id="4" name="Image 0" descr="/Users/adunnirufai/presentations/assets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"/>
            <a:ext cx="1005840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3960" y="109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68580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0267F"/>
          </a:solidFill>
          <a:ln w="12700">
            <a:solidFill>
              <a:srgbClr val="00267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685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PHASE 3 OF 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05156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2C2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Journey / Service Mapping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256032" y="1965960"/>
            <a:ext cx="2697480" cy="2651760"/>
          </a:xfrm>
          <a:prstGeom prst="roundRect">
            <a:avLst>
              <a:gd name="adj" fmla="val 1724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0624" y="210312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BF8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CURRENT JOURNEY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0624" y="2441448"/>
            <a:ext cx="2368296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" y="2532888"/>
            <a:ext cx="2368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Walk us through the steps someone takes today — from start to finish.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00400" y="1965960"/>
            <a:ext cx="2697480" cy="2651760"/>
          </a:xfrm>
          <a:prstGeom prst="roundRect">
            <a:avLst>
              <a:gd name="adj" fmla="val 1724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64992" y="210312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BF8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64992" y="2441448"/>
            <a:ext cx="2368296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64992" y="2532888"/>
            <a:ext cx="2368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Where are the biggest frustrations? What takes too long, confuses people, or breaks down?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44768" y="1965960"/>
            <a:ext cx="2697480" cy="2651760"/>
          </a:xfrm>
          <a:prstGeom prst="roundRect">
            <a:avLst>
              <a:gd name="adj" fmla="val 1724"/>
            </a:avLst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210312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BF8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09360" y="2441448"/>
            <a:ext cx="2368296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2532888"/>
            <a:ext cx="2368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was the most surprising or important thing you discovered?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6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0292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64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Ideation</a:t>
            </a:r>
            <a:endParaRPr lang="en-US" sz="1300" dirty="0"/>
          </a:p>
        </p:txBody>
      </p:sp>
      <p:pic>
        <p:nvPicPr>
          <p:cNvPr id="4" name="Image 0" descr="/Users/adunnirufai/presentations/assets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"/>
            <a:ext cx="1005840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3960" y="109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68580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0267F"/>
          </a:solidFill>
          <a:ln w="12700">
            <a:solidFill>
              <a:srgbClr val="00267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685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PHASE 4 OF 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05156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C2C2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Ideation</a:t>
            </a:r>
            <a:endParaRPr lang="en-US" sz="4200" dirty="0"/>
          </a:p>
        </p:txBody>
      </p:sp>
      <p:sp>
        <p:nvSpPr>
          <p:cNvPr id="9" name="Shape 6"/>
          <p:cNvSpPr/>
          <p:nvPr/>
        </p:nvSpPr>
        <p:spPr>
          <a:xfrm>
            <a:off x="320040" y="196596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484632" y="2075688"/>
            <a:ext cx="8174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67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IDEAS WE EXPLORED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" y="2368296"/>
            <a:ext cx="817473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" y="2423160"/>
            <a:ext cx="8174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ideas came up during brainstorming? List the main ones — even the wild ones.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0040" y="297180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484632" y="3081528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67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HOW WE NARROWED DOWN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" y="3374136"/>
            <a:ext cx="383133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" y="342900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criteria did you use to choose? (Feasibility? Impact? User need?)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526280" y="297180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4690872" y="3081528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67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IDEA WE CHOSE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90872" y="3374136"/>
            <a:ext cx="396849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90872" y="3429000"/>
            <a:ext cx="3968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Describe the idea you chose to prototype and why you picked it.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0292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64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Rapid Prototyping</a:t>
            </a:r>
            <a:endParaRPr lang="en-US" sz="1300" dirty="0"/>
          </a:p>
        </p:txBody>
      </p:sp>
      <p:pic>
        <p:nvPicPr>
          <p:cNvPr id="4" name="Image 0" descr="/Users/adunnirufai/presentations/assets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"/>
            <a:ext cx="1005840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3960" y="109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68580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0267F"/>
          </a:solidFill>
          <a:ln w="12700">
            <a:solidFill>
              <a:srgbClr val="00267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685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3F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PHASE 5 OF 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17720" y="0"/>
            <a:ext cx="4526280" cy="5143500"/>
          </a:xfrm>
          <a:prstGeom prst="rect">
            <a:avLst/>
          </a:prstGeom>
          <a:solidFill>
            <a:srgbClr val="00267F"/>
          </a:solidFill>
          <a:ln w="12700">
            <a:solidFill>
              <a:srgbClr val="00267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0515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Rapid Prototyping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320040" y="2240280"/>
            <a:ext cx="4160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484632" y="2350008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67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" y="2642616"/>
            <a:ext cx="383133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" y="2697480"/>
            <a:ext cx="38313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form did your prototype take? (Paper? Digital? Role-play?) What does it do?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92040" y="7315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3F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Key Design Decisions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892040" y="1325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72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01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5577840" y="13716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Why did you design it this way?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892040" y="2423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72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5577840" y="24688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trade-off did you make?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892040" y="35204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72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5577840" y="35661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was the hardest part to get right?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94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0292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64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User Testing &amp; Iteration</a:t>
            </a:r>
            <a:endParaRPr lang="en-US" sz="1300" dirty="0"/>
          </a:p>
        </p:txBody>
      </p:sp>
      <p:pic>
        <p:nvPicPr>
          <p:cNvPr id="4" name="Image 0" descr="/Users/adunnirufai/presentations/assets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"/>
            <a:ext cx="1005840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3960" y="109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68580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0267F"/>
          </a:solidFill>
          <a:ln w="12700">
            <a:solidFill>
              <a:srgbClr val="00267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685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PHASE 6 OF 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05156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2C2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User Testing &amp; Iteration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256032" y="1965960"/>
            <a:ext cx="269748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420624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67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20624" y="262432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67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HOW WE TESTED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0624" y="2953512"/>
            <a:ext cx="236829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624" y="3044952"/>
            <a:ext cx="2368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Who did you test with? What did you ask them to do? How did you run the session?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00400" y="1965960"/>
            <a:ext cx="269748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3364992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67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364992" y="262432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67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WE LEARNED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364992" y="2953512"/>
            <a:ext cx="236829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64992" y="3044952"/>
            <a:ext cx="2368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worked well? What confused people? What surprised you most?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44768" y="1965960"/>
            <a:ext cx="269748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630936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67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6309360" y="262432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67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HOW WE ITERATED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309360" y="2953512"/>
            <a:ext cx="236829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3044952"/>
            <a:ext cx="23682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changed in the design based on testing? How is the final version different?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FC726"/>
          </a:solidFill>
          <a:ln w="12700">
            <a:solidFill>
              <a:srgbClr val="FFC7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7F3F3"/>
          </a:solidFill>
          <a:ln w="12700">
            <a:solidFill>
              <a:srgbClr val="F7F3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0" cy="50292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4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Solution</a:t>
            </a:r>
            <a:endParaRPr lang="en-US" sz="1300" dirty="0"/>
          </a:p>
        </p:txBody>
      </p:sp>
      <p:pic>
        <p:nvPicPr>
          <p:cNvPr id="6" name="Image 0" descr="/Users/adunnirufai/presentations/assets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"/>
            <a:ext cx="1005840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23960" y="109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8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685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267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0972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Name of your solution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365760" y="24688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sentence: what it does and for whom.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800600" y="685800"/>
            <a:ext cx="40233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4965192" y="777240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67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65192" y="1069848"/>
            <a:ext cx="369417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65192" y="1143000"/>
            <a:ext cx="3694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How does it work? What does the user experience?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800600" y="2057400"/>
            <a:ext cx="40233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4965192" y="2148840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67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HOW IT HELPS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965192" y="2441448"/>
            <a:ext cx="369417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65192" y="2514600"/>
            <a:ext cx="3694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How does it solve the problem? What improves?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00600" y="3429000"/>
            <a:ext cx="40233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4965192" y="3520440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67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MAKES IT DIFFERENT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965192" y="3813048"/>
            <a:ext cx="3694176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65192" y="3886200"/>
            <a:ext cx="3694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is new about this approach compared to today?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6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0292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64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We Learned &amp; Next Steps</a:t>
            </a:r>
            <a:endParaRPr lang="en-US" sz="1300" dirty="0"/>
          </a:p>
        </p:txBody>
      </p:sp>
      <p:pic>
        <p:nvPicPr>
          <p:cNvPr id="4" name="Image 0" descr="/Users/adunnirufai/presentations/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"/>
            <a:ext cx="1005840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3960" y="109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0040" y="640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F3F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We Learned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20040" y="12344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C72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&amp; Next Steps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20040" y="21031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72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005840" y="2121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72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BIGGEST TAKEAWAY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2423160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is the single most important thing your team learned through this process?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20040" y="2971800"/>
            <a:ext cx="8503920" cy="0"/>
          </a:xfrm>
          <a:prstGeom prst="line">
            <a:avLst/>
          </a:prstGeom>
          <a:noFill/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30175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72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005840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72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SURPRISED US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05840" y="3337560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did you not expect? What changed your thinking?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20040" y="3886200"/>
            <a:ext cx="8503920" cy="0"/>
          </a:xfrm>
          <a:prstGeom prst="line">
            <a:avLst/>
          </a:prstGeom>
          <a:noFill/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39319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72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005840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72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05840" y="4251960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888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If this continued, what would you do next? More research, a real build, more testing?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Co-Design Workshop — Team Presentation</dc:title>
  <dc:subject>PptxGenJS Presentation</dc:subject>
  <dc:creator>GovTech Barbados</dc:creator>
  <cp:lastModifiedBy>GovTech Barbados</cp:lastModifiedBy>
  <cp:revision>1</cp:revision>
  <dcterms:created xsi:type="dcterms:W3CDTF">2026-05-01T20:00:06Z</dcterms:created>
  <dcterms:modified xsi:type="dcterms:W3CDTF">2026-05-01T20:00:06Z</dcterms:modified>
</cp:coreProperties>
</file>